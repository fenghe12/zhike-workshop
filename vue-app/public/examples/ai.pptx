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08ae6d31c4453" /><Relationship Type="http://schemas.openxmlformats.org/officeDocument/2006/relationships/extended-properties" Target="/docProps/app.xml" Id="R9bdb0b7e5f584ff5" /><Relationship Type="http://schemas.openxmlformats.org/officeDocument/2006/relationships/officeDocument" Target="/ppt/presentation.xml" Id="Rce0fabc5dc4f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7a0da8fa4948e7"/>
  </p:sldMasterIdLst>
  <p:notesMasterIdLst>
    <p:notesMasterId xmlns:r="http://schemas.openxmlformats.org/officeDocument/2006/relationships" r:id="R2f10dbcae72d4fe3"/>
  </p:notesMasterIdLst>
  <p:sldIdLst>
    <p:sldId xmlns:r="http://schemas.openxmlformats.org/officeDocument/2006/relationships" id="256" r:id="Rfcd59fe7a1644d9f"/>
    <p:sldId xmlns:r="http://schemas.openxmlformats.org/officeDocument/2006/relationships" id="257" r:id="R5b5e77f2b5b747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84ec6d54c24166" /><Relationship Type="http://schemas.openxmlformats.org/officeDocument/2006/relationships/slideMaster" Target="/ppt/slideMasters/slideMaster1.xml" Id="R5a7a0da8fa4948e7" /><Relationship Type="http://schemas.openxmlformats.org/officeDocument/2006/relationships/notesMaster" Target="/ppt/notesMasters/notesMaster1.xml" Id="R2f10dbcae72d4fe3" /><Relationship Type="http://schemas.openxmlformats.org/officeDocument/2006/relationships/presProps" Target="/ppt/presProps.xml" Id="R2b0942574cc34284" /><Relationship Type="http://schemas.openxmlformats.org/officeDocument/2006/relationships/tableStyles" Target="/ppt/tableStyles.xml" Id="R2a801073e6a04bad" /><Relationship Type="http://schemas.openxmlformats.org/officeDocument/2006/relationships/slide" Target="/ppt/slides/slide1.xml" Id="Rfcd59fe7a1644d9f" /><Relationship Type="http://schemas.openxmlformats.org/officeDocument/2006/relationships/slide" Target="/ppt/slides/slide2.xml" Id="R5b5e77f2b5b747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9f568928f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d00b7b41bf4807" /><Relationship Type="http://schemas.openxmlformats.org/officeDocument/2006/relationships/notesMaster" Target="/ppt/notesMasters/notesMaster1.xml" Id="R6d3d8187545947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43d68c3764c79" /><Relationship Type="http://schemas.openxmlformats.org/officeDocument/2006/relationships/notesMaster" Target="/ppt/notesMasters/notesMaster1.xml" Id="R82fb13a77a784a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认识人工智能</a:t>
            </a:r>
          </a:p>
          <a:p xmlns:a="http://schemas.openxmlformats.org/drawingml/2006/main">
            <a:r>
              <a:t>大家好，这节课介绍人工智能的基本概念。人工智能研究如何让计算机完成识别、理解和决策等任务。机器学习是其中的一类方法，它通过数据学习规律。深度学习属于机器学习，常使用多层神经网络。学习这些概念时，要注意它们之间的包含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 识别垃圾邮件</a:t>
            </a:r>
          </a:p>
          <a:p xmlns:a="http://schemas.openxmlformats.org/drawingml/2006/main">
            <a:r>
              <a:t>我们用垃圾邮件识别理解机器学习。首先收集邮件，并标注正常邮件和垃圾邮件。随后使用这些样本训练模型，让模型学习内容与类别之间的关系。最后用没有参加训练的邮件检查效果。如果正常邮件被误判为垃圾邮件，就需要检查数据和模型的判断。请思考，为什么不能只用训练过的邮件评价模型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247f785ee48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f7bfa01994e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06973175c45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56408b3e74c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31de0f14d45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09aa660ce44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1DB2BF-871D-4CF5-BB5B-A2B68BD3F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8578E5-1C21-465B-899A-708DB87D66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014CCE-A8EB-4810-8631-1B4DF36C5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45E518-743C-4225-AFD7-06E4370FB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2EEBF2-B0F5-4B25-8CB5-5DEA52EF3C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DA1D98-30AC-4575-8D01-FED9DDD052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0CF067-32D5-4650-A032-E0F4F56B7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1D5632-7DD0-472E-A599-4D0991CAC3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1E61F-29A4-40E2-9895-A7CCF5056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9E31BF-F95B-43ED-9348-CFEE2D29FA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c29531f7de43b6" /><Relationship Type="http://schemas.openxmlformats.org/officeDocument/2006/relationships/slideLayout" Target="/ppt/slideLayouts/slideLayout1.xml" Id="R59540d1a97c540c1" /><Relationship Type="http://schemas.openxmlformats.org/officeDocument/2006/relationships/slideLayout" Target="/ppt/slideLayouts/slideLayout2.xml" Id="Rfe6332d7c60c4967" /><Relationship Type="http://schemas.openxmlformats.org/officeDocument/2006/relationships/slideLayout" Target="/ppt/slideLayouts/slideLayout3.xml" Id="R75d4a218b3b94f16" /><Relationship Type="http://schemas.openxmlformats.org/officeDocument/2006/relationships/slideLayout" Target="/ppt/slideLayouts/slideLayout4.xml" Id="R9b2d1b4ee9184914" /><Relationship Type="http://schemas.openxmlformats.org/officeDocument/2006/relationships/slideLayout" Target="/ppt/slideLayouts/slideLayout5.xml" Id="R9084a67386f54c13" /><Relationship Type="http://schemas.openxmlformats.org/officeDocument/2006/relationships/slideLayout" Target="/ppt/slideLayouts/slideLayout6.xml" Id="R1c0733f7839842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540d1a97c540c1"/>
    <p:sldLayoutId xmlns:r="http://schemas.openxmlformats.org/officeDocument/2006/relationships" id="2147483650" r:id="Rfe6332d7c60c4967"/>
    <p:sldLayoutId xmlns:r="http://schemas.openxmlformats.org/officeDocument/2006/relationships" id="2147483651" r:id="R75d4a218b3b94f16"/>
    <p:sldLayoutId xmlns:r="http://schemas.openxmlformats.org/officeDocument/2006/relationships" id="2147483652" r:id="R9b2d1b4ee9184914"/>
    <p:sldLayoutId xmlns:r="http://schemas.openxmlformats.org/officeDocument/2006/relationships" id="2147483653" r:id="R9084a67386f54c13"/>
    <p:sldLayoutId xmlns:r="http://schemas.openxmlformats.org/officeDocument/2006/relationships" id="2147483654" r:id="R1c0733f7839842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e28346e584629" /><Relationship Type="http://schemas.openxmlformats.org/officeDocument/2006/relationships/notesSlide" Target="/ppt/notesSlides/notesSlide1.xml" Id="R5e2e633efaab4f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47db644f64871" /><Relationship Type="http://schemas.openxmlformats.org/officeDocument/2006/relationships/notesSlide" Target="/ppt/notesSlides/notesSlide2.xml" Id="R6a93b014d9e941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98FE0-DD33-486E-B111-C72D81DD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7D2C2-7453-4668-B9B7-3FEA1BF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人工智能入门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27F87-3BE1-4870-B73D-1E97C06B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认识人工智能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ABF89-22DB-4703-BAEF-9CA7C122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011CF-ADCC-47AA-ABCE-753FDB7B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人工智能：完成识别、理解和决策等任务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34072-153E-41B0-A58D-13507E61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D2729-7340-42E9-BFDE-3672C789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机器学习：从数据中学习规律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EF508-5951-4C5C-A470-66F1430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C05E8-90EC-437A-9488-117B02D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深度学习：使用多层神经网络的一类方法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E1CB3-C701-435D-BE66-19CBB29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课堂思考：为什么需要检查模型的误判？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322A1-FF2D-4E54-84BD-6ACE014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765425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0E9E9-B957-453C-9855-AF8C1B5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74465-2072-4F32-A0C8-F55C09E9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人工智能入门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8DE43-FDBE-40A6-ABE5-A285D9A5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例子 识别垃圾邮件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3E0B1-BD4B-4005-94B8-88FF9B7F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3C269-D9DF-4D88-9BF6-D07E855E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数据：收集邮件并标注类别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0B73F-0619-4C09-9D01-4BA2B1F4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FF676-A463-48CC-933F-922BF33E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训练：学习邮件内容与类别之间的关系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BBFFE-4A52-4E6B-A718-EA5ED95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23BB4-580B-4127-A997-5868B263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检查：用未参加训练的邮件观察误判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A00B0-A34C-44F8-9123-EE667E86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课堂思考：为什么需要检查模型的误判？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334E8-FD5B-49A8-824B-58464CC6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544617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2026-10-25T14:45:25.1040000Z</dcterms:created>
  <dcterms:modified xsi:type="dcterms:W3CDTF">2026-10-25T14:45:25.1040000Z</dcterms:modified>
</coreProperties>
</file>