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e0a775edeb46c7" /><Relationship Type="http://schemas.openxmlformats.org/officeDocument/2006/relationships/extended-properties" Target="/docProps/app.xml" Id="Rd4c96032d2bd4305" /><Relationship Type="http://schemas.openxmlformats.org/officeDocument/2006/relationships/officeDocument" Target="/ppt/presentation.xml" Id="Rb6ffcc8bf2cc44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7afc399c2740e9"/>
  </p:sldMasterIdLst>
  <p:notesMasterIdLst>
    <p:notesMasterId xmlns:r="http://schemas.openxmlformats.org/officeDocument/2006/relationships" r:id="Reaf4d58c536548bc"/>
  </p:notesMasterIdLst>
  <p:sldIdLst>
    <p:sldId xmlns:r="http://schemas.openxmlformats.org/officeDocument/2006/relationships" id="256" r:id="R2e1c6ec23aaa4b32"/>
    <p:sldId xmlns:r="http://schemas.openxmlformats.org/officeDocument/2006/relationships" id="257" r:id="Rb40ccd9a4cbd4d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50c474487644f0" /><Relationship Type="http://schemas.openxmlformats.org/officeDocument/2006/relationships/slideMaster" Target="/ppt/slideMasters/slideMaster1.xml" Id="R2b7afc399c2740e9" /><Relationship Type="http://schemas.openxmlformats.org/officeDocument/2006/relationships/notesMaster" Target="/ppt/notesMasters/notesMaster1.xml" Id="Reaf4d58c536548bc" /><Relationship Type="http://schemas.openxmlformats.org/officeDocument/2006/relationships/presProps" Target="/ppt/presProps.xml" Id="R5250fb604c284dcc" /><Relationship Type="http://schemas.openxmlformats.org/officeDocument/2006/relationships/tableStyles" Target="/ppt/tableStyles.xml" Id="R55bda39971d9475f" /><Relationship Type="http://schemas.openxmlformats.org/officeDocument/2006/relationships/slide" Target="/ppt/slides/slide1.xml" Id="R2e1c6ec23aaa4b32" /><Relationship Type="http://schemas.openxmlformats.org/officeDocument/2006/relationships/slide" Target="/ppt/slides/slide2.xml" Id="Rb40ccd9a4cbd4d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50c1bc1f3d4b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195f54639d4f7f" /><Relationship Type="http://schemas.openxmlformats.org/officeDocument/2006/relationships/notesMaster" Target="/ppt/notesMasters/notesMaster1.xml" Id="Recfbf826ef304c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3fd7b2cce34b12" /><Relationship Type="http://schemas.openxmlformats.org/officeDocument/2006/relationships/notesMaster" Target="/ppt/notesMasters/notesMaster1.xml" Id="Rca7ebdcf87d649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水在自然界中循环</a:t>
            </a:r>
          </a:p>
          <a:p xmlns:a="http://schemas.openxmlformats.org/drawingml/2006/main">
            <a:r>
              <a:t>今天我们学习水循环。太阳提供的能量使地表水蒸发，液态水变成水蒸气进入空气。空气中的水蒸气在适当条件下遇冷凝结，形成小水滴或冰晶。水通过降雨、降雪等形式返回地面，其中一部分形成地表径流，汇入河流、湖泊和海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从日常生活节约用水</a:t>
            </a:r>
          </a:p>
          <a:p xmlns:a="http://schemas.openxmlformats.org/drawingml/2006/main">
            <a:r>
              <a:t>水会循环，但可以方便利用的淡水资源仍然有限。日常生活中，我们可以在刷牙时关闭水龙头，发现漏水后及时报告并修理。清洗物品时，也应避免让水长时间无目的地流走。请观察一天的生活，找出一种可以减少用水浪费的做法，并说明理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caca274ec345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c207c0e64b4cd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40b080f2e0467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a4ddf13850409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312186c6fa415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5ea71b901743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0D0E72-3E03-4B10-A763-77A69E6C6A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F3A7FD6-CB09-4891-9300-25E2B2EEAD3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9AAAD64-60A7-433E-98F5-C8B2F09379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674FCE-AF10-4D0C-86FA-62A5C7737E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C254DB9-99A5-43E6-8546-9B40822A66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977CB69-17EB-45C6-B26F-AEFEE6AA43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125D6E-AFB1-418A-9E65-0E655DD723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49457CA-C8DF-44C6-AC57-9BE4D0B4AB4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DBAE93-A3C5-45CE-AD17-B5A7DF11E9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458BBEE-1508-4AC8-88A3-AE4FC1B37B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205360a17f4ed0" /><Relationship Type="http://schemas.openxmlformats.org/officeDocument/2006/relationships/slideLayout" Target="/ppt/slideLayouts/slideLayout1.xml" Id="Rf27d6f48363443bb" /><Relationship Type="http://schemas.openxmlformats.org/officeDocument/2006/relationships/slideLayout" Target="/ppt/slideLayouts/slideLayout2.xml" Id="R62a82a97c0d744cb" /><Relationship Type="http://schemas.openxmlformats.org/officeDocument/2006/relationships/slideLayout" Target="/ppt/slideLayouts/slideLayout3.xml" Id="R3fb9c441ee9a45e0" /><Relationship Type="http://schemas.openxmlformats.org/officeDocument/2006/relationships/slideLayout" Target="/ppt/slideLayouts/slideLayout4.xml" Id="R48e508215a0d4a0e" /><Relationship Type="http://schemas.openxmlformats.org/officeDocument/2006/relationships/slideLayout" Target="/ppt/slideLayouts/slideLayout5.xml" Id="Ra0ba8845749c44f7" /><Relationship Type="http://schemas.openxmlformats.org/officeDocument/2006/relationships/slideLayout" Target="/ppt/slideLayouts/slideLayout6.xml" Id="R941f798f99df4f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7d6f48363443bb"/>
    <p:sldLayoutId xmlns:r="http://schemas.openxmlformats.org/officeDocument/2006/relationships" id="2147483650" r:id="R62a82a97c0d744cb"/>
    <p:sldLayoutId xmlns:r="http://schemas.openxmlformats.org/officeDocument/2006/relationships" id="2147483651" r:id="R3fb9c441ee9a45e0"/>
    <p:sldLayoutId xmlns:r="http://schemas.openxmlformats.org/officeDocument/2006/relationships" id="2147483652" r:id="R48e508215a0d4a0e"/>
    <p:sldLayoutId xmlns:r="http://schemas.openxmlformats.org/officeDocument/2006/relationships" id="2147483653" r:id="Ra0ba8845749c44f7"/>
    <p:sldLayoutId xmlns:r="http://schemas.openxmlformats.org/officeDocument/2006/relationships" id="2147483654" r:id="R941f798f99df4f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5afdf8030c4a72" /><Relationship Type="http://schemas.openxmlformats.org/officeDocument/2006/relationships/notesSlide" Target="/ppt/notesSlides/notesSlide1.xml" Id="R814aea422c7141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bbc3a544054db0" /><Relationship Type="http://schemas.openxmlformats.org/officeDocument/2006/relationships/notesSlide" Target="/ppt/notesSlides/notesSlide2.xml" Id="Rffd5957124be41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55A762-8801-4D40-8EFB-FF20661A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A28907-C116-4FE0-B6E1-61C251F3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defPPr>
            <a:lvl1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1pPr>
            <a:lvl2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2pPr>
            <a:lvl3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3pPr>
            <a:lvl4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4pPr>
            <a:lvl5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5pPr>
            <a:lvl6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6pPr>
            <a:lvl7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7pPr>
            <a:lvl8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8pPr>
            <a:lvl9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rPr>
              <a:t>水循环与节约用水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9EDB6-7E4D-43C1-A03C-3A1CC0A3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defPPr>
            <a:lvl1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1pPr>
            <a:lvl2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2pPr>
            <a:lvl3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3pPr>
            <a:lvl4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4pPr>
            <a:lvl5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5pPr>
            <a:lvl6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6pPr>
            <a:lvl7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7pPr>
            <a:lvl8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8pPr>
            <a:lvl9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pPr>
            <a:r>
              <a: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rPr>
              <a:t>水在自然界中循环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8E2DD-C4BE-43D4-93AB-75BEB6CF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241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defPPr>
            <a:lvl1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1pPr>
            <a:lvl2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2pPr>
            <a:lvl3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3pPr>
            <a:lvl4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4pPr>
            <a:lvl5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5pPr>
            <a:lvl6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6pPr>
            <a:lvl7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7pPr>
            <a:lvl8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8pPr>
            <a:lvl9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2E834-EA51-4D4C-9B51-FDBD2E7A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146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rPr>
              <a:t>蒸发：液态水变成水蒸气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B7D13-4AC1-4804-B122-20393251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766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defPPr>
            <a:lvl1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1pPr>
            <a:lvl2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2pPr>
            <a:lvl3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3pPr>
            <a:lvl4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4pPr>
            <a:lvl5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5pPr>
            <a:lvl6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6pPr>
            <a:lvl7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7pPr>
            <a:lvl8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8pPr>
            <a:lvl9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1BBBB-82FE-48ED-B7DD-A56CAA93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671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rPr>
              <a:t>凝结：水蒸气遇冷形成小水滴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8CC60-7C9F-4E11-ABF1-0817A48F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291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defPPr>
            <a:lvl1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1pPr>
            <a:lvl2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2pPr>
            <a:lvl3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3pPr>
            <a:lvl4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4pPr>
            <a:lvl5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5pPr>
            <a:lvl6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6pPr>
            <a:lvl7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7pPr>
            <a:lvl8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8pPr>
            <a:lvl9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47973-EF33-40A8-9F79-AB8B4FBD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196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rPr>
              <a:t>降水与径流：水返回地面并汇入河流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D0BB83-CD49-4182-99F3-52210701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defPPr>
            <a:lvl1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1pPr>
            <a:lvl2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2pPr>
            <a:lvl3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3pPr>
            <a:lvl4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4pPr>
            <a:lvl5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5pPr>
            <a:lvl6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6pPr>
            <a:lvl7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7pPr>
            <a:lvl8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8pPr>
            <a:lvl9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rPr>
              <a:t>课堂思考：生活中如何减少用水浪费？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C5330-72D7-4545-99B8-CDD782F0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531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defPPr>
            <a:lvl1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1pPr>
            <a:lvl2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2pPr>
            <a:lvl3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3pPr>
            <a:lvl4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4pPr>
            <a:lvl5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5pPr>
            <a:lvl6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6pPr>
            <a:lvl7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7pPr>
            <a:lvl8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8pPr>
            <a:lvl9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rPr>
              <a:t>1 / 2</a:t>
            </a:r>
          </a:p>
        </p:txBody>
      </p:sp>
    </p:spTree>
    <p:extLst>
      <p:ext uri="{BB962C8B-B14F-4D97-AF65-F5344CB8AC3E}">
        <p14:creationId xmlns:p14="http://schemas.microsoft.com/office/powerpoint/2010/main" val="15151577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FD53A-4786-4D13-B84F-65886195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4EF5E5-9E99-4230-9C27-7A6C2693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defPPr>
            <a:lvl1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1pPr>
            <a:lvl2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2pPr>
            <a:lvl3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3pPr>
            <a:lvl4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4pPr>
            <a:lvl5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5pPr>
            <a:lvl6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6pPr>
            <a:lvl7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7pPr>
            <a:lvl8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8pPr>
            <a:lvl9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47715D"/>
                </a:solidFill>
                <a:latin typeface="Songti SC"/>
                <a:ea typeface="Songti SC"/>
                <a:cs typeface="Songti SC"/>
              </a:rPr>
              <a:t>水循环与节约用水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FB967-8C9B-4490-88F1-BC4E05B5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defPPr>
            <a:lvl1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1pPr>
            <a:lvl2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2pPr>
            <a:lvl3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3pPr>
            <a:lvl4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4pPr>
            <a:lvl5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5pPr>
            <a:lvl6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6pPr>
            <a:lvl7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7pPr>
            <a:lvl8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8pPr>
            <a:lvl9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defRPr>
            </a:pPr>
            <a:r>
              <a:rPr sz="3450" b="1">
                <a:solidFill>
                  <a:srgbClr val="173F30"/>
                </a:solidFill>
                <a:latin typeface="Songti SC"/>
                <a:ea typeface="Songti SC"/>
                <a:cs typeface="Songti SC"/>
              </a:rPr>
              <a:t>从日常生活节约用水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11E10-A10D-42A1-AF78-5CAE406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241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defPPr>
            <a:lvl1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1pPr>
            <a:lvl2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2pPr>
            <a:lvl3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3pPr>
            <a:lvl4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4pPr>
            <a:lvl5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5pPr>
            <a:lvl6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6pPr>
            <a:lvl7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7pPr>
            <a:lvl8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8pPr>
            <a:lvl9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F9369-49E5-479E-87D3-3DB3856B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146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rPr>
              <a:t>刷牙和洗手时及时关闭水龙头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BAE30-6CDC-4B20-92DB-22EF6E7E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766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defPPr>
            <a:lvl1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1pPr>
            <a:lvl2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2pPr>
            <a:lvl3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3pPr>
            <a:lvl4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4pPr>
            <a:lvl5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5pPr>
            <a:lvl6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6pPr>
            <a:lvl7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7pPr>
            <a:lvl8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8pPr>
            <a:lvl9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95215-7CB9-4218-A972-2BB6B375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671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rPr>
              <a:t>发现漏水后及时报告并修理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2DA48-E332-4728-A6AA-FA9A9719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291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defPPr>
            <a:lvl1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1pPr>
            <a:lvl2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2pPr>
            <a:lvl3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3pPr>
            <a:lvl4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4pPr>
            <a:lvl5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5pPr>
            <a:lvl6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6pPr>
            <a:lvl7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7pPr>
            <a:lvl8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8pPr>
            <a:lvl9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defRPr>
            </a:pPr>
            <a:r>
              <a:rPr sz="1950" b="1">
                <a:solidFill>
                  <a:srgbClr val="176B5B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ADF6C-FAE6-4642-9F1A-046EDBD7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196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defPPr>
            <a:lvl1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1pPr>
            <a:lvl2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2pPr>
            <a:lvl3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3pPr>
            <a:lvl4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4pPr>
            <a:lvl5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5pPr>
            <a:lvl6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6pPr>
            <a:lvl7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7pPr>
            <a:lvl8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8pPr>
            <a:lvl9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274B3B"/>
                </a:solidFill>
                <a:latin typeface="Songti SC"/>
                <a:ea typeface="Songti SC"/>
                <a:cs typeface="Songti SC"/>
              </a:rPr>
              <a:t>比较用水习惯，减少不必要的浪费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5BFF1-4B05-47A8-987B-EDFE10FE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defPPr>
            <a:lvl1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1pPr>
            <a:lvl2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2pPr>
            <a:lvl3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3pPr>
            <a:lvl4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4pPr>
            <a:lvl5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5pPr>
            <a:lvl6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6pPr>
            <a:lvl7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7pPr>
            <a:lvl8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8pPr>
            <a:lvl9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526A5C"/>
                </a:solidFill>
                <a:latin typeface="Songti SC"/>
                <a:ea typeface="Songti SC"/>
                <a:cs typeface="Songti SC"/>
              </a:rPr>
              <a:t>课堂思考：生活中如何减少用水浪费？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82F15-1C34-46CA-8F11-37CFF2A6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531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defPPr>
            <a:lvl1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1pPr>
            <a:lvl2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2pPr>
            <a:lvl3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3pPr>
            <a:lvl4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4pPr>
            <a:lvl5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5pPr>
            <a:lvl6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6pPr>
            <a:lvl7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7pPr>
            <a:lvl8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8pPr>
            <a:lvl9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26A5C"/>
                </a:solidFill>
                <a:latin typeface="Songti SC"/>
                <a:ea typeface="Songti SC"/>
                <a:cs typeface="Songti SC"/>
              </a:rPr>
              <a:t>2 / 2</a:t>
            </a:r>
          </a:p>
        </p:txBody>
      </p:sp>
    </p:spTree>
    <p:extLst>
      <p:ext uri="{BB962C8B-B14F-4D97-AF65-F5344CB8AC3E}">
        <p14:creationId xmlns:p14="http://schemas.microsoft.com/office/powerpoint/2010/main" val="10305115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2026-10-25T14:45:26.4760000Z</dcterms:created>
  <dcterms:modified xsi:type="dcterms:W3CDTF">2026-10-25T14:45:26.4760000Z</dcterms:modified>
</coreProperties>
</file>