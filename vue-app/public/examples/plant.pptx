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7a3c47de2a4a94" /><Relationship Type="http://schemas.openxmlformats.org/officeDocument/2006/relationships/extended-properties" Target="/docProps/app.xml" Id="Re46c135e29834039" /><Relationship Type="http://schemas.openxmlformats.org/officeDocument/2006/relationships/officeDocument" Target="/ppt/presentation.xml" Id="R16e5ba1c66164d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ea2def2321430b"/>
  </p:sldMasterIdLst>
  <p:notesMasterIdLst>
    <p:notesMasterId xmlns:r="http://schemas.openxmlformats.org/officeDocument/2006/relationships" r:id="R8b8f5ac244b14408"/>
  </p:notesMasterIdLst>
  <p:sldIdLst>
    <p:sldId xmlns:r="http://schemas.openxmlformats.org/officeDocument/2006/relationships" id="256" r:id="R0a3a721c70944b6e"/>
    <p:sldId xmlns:r="http://schemas.openxmlformats.org/officeDocument/2006/relationships" id="257" r:id="Rae4a0f18f33c44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c246746611481d" /><Relationship Type="http://schemas.openxmlformats.org/officeDocument/2006/relationships/slideMaster" Target="/ppt/slideMasters/slideMaster1.xml" Id="R20ea2def2321430b" /><Relationship Type="http://schemas.openxmlformats.org/officeDocument/2006/relationships/notesMaster" Target="/ppt/notesMasters/notesMaster1.xml" Id="R8b8f5ac244b14408" /><Relationship Type="http://schemas.openxmlformats.org/officeDocument/2006/relationships/presProps" Target="/ppt/presProps.xml" Id="R34ccc144e7fa48ca" /><Relationship Type="http://schemas.openxmlformats.org/officeDocument/2006/relationships/tableStyles" Target="/ppt/tableStyles.xml" Id="R4aeec7d2b51f4931" /><Relationship Type="http://schemas.openxmlformats.org/officeDocument/2006/relationships/slide" Target="/ppt/slides/slide1.xml" Id="R0a3a721c70944b6e" /><Relationship Type="http://schemas.openxmlformats.org/officeDocument/2006/relationships/slide" Target="/ppt/slides/slide2.xml" Id="Rae4a0f18f33c44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de6215944146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3eb433e65e4c9b" /><Relationship Type="http://schemas.openxmlformats.org/officeDocument/2006/relationships/notesMaster" Target="/ppt/notesMasters/notesMaster1.xml" Id="Rd35a3759e11649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fcdb99d1984eae" /><Relationship Type="http://schemas.openxmlformats.org/officeDocument/2006/relationships/notesMaster" Target="/ppt/notesMasters/notesMaster1.xml" Id="R6e5d669d049543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光合作用需要什么</a:t>
            </a:r>
          </a:p>
          <a:p xmlns:a="http://schemas.openxmlformats.org/drawingml/2006/main">
            <a:r>
              <a:t>今天我们认识植物的光合作用。绿色植物可以利用光能，把二氧化碳和水转变为有机物，并释放氧气。这个过程主要发生在叶绿体中。理解光合作用时，可以分别记住所需的光、进入的原料和生成的物质。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理解光合作用的作用</a:t>
            </a:r>
          </a:p>
          <a:p xmlns:a="http://schemas.openxmlformats.org/drawingml/2006/main">
            <a:r>
              <a:t>通过光合作用，植物生成有机物，并把一部分光能转化为储存在有机物中的化学能。同时释放的氧气与许多生物的生活有关。需要注意，植物也会进行呼吸作用，不能把这两个过程混为一谈。请回顾，光合作用的主要原料是什么，产生哪些物质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f5b0ccd9f145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bfe57d8a6d446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5bbc34eb474f3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6703cd40044f1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4d3787ce57496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ca9510b2e849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E4BAD9-A7E2-404D-9B1E-5DFC1600E0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0A34D53-ACE7-4758-89DE-2EDBCE3B6E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ADBE1BE-7D58-40CC-BE78-8BF6FF16B7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2E599D-28FA-4ADD-83E3-E3CB7BE716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B1067A1-2A20-4D01-8604-CEF767AEE9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EBC3207-DE86-44C9-B979-95871B4629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73DE998-F998-45C3-A117-F674A61055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4F49673-3B7E-4100-8196-82807D142B8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6A0C00-DEF3-4571-AC4C-002037B482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9EF855-1EC4-4ED9-835D-B9C3AB7CB6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24ed17a9ca4354" /><Relationship Type="http://schemas.openxmlformats.org/officeDocument/2006/relationships/slideLayout" Target="/ppt/slideLayouts/slideLayout1.xml" Id="R5f0b021473494623" /><Relationship Type="http://schemas.openxmlformats.org/officeDocument/2006/relationships/slideLayout" Target="/ppt/slideLayouts/slideLayout2.xml" Id="R0da26b6c22f7495f" /><Relationship Type="http://schemas.openxmlformats.org/officeDocument/2006/relationships/slideLayout" Target="/ppt/slideLayouts/slideLayout3.xml" Id="R0b14293a37a543ae" /><Relationship Type="http://schemas.openxmlformats.org/officeDocument/2006/relationships/slideLayout" Target="/ppt/slideLayouts/slideLayout4.xml" Id="R1b651c56ab26437f" /><Relationship Type="http://schemas.openxmlformats.org/officeDocument/2006/relationships/slideLayout" Target="/ppt/slideLayouts/slideLayout5.xml" Id="R4542b605e8ed4b55" /><Relationship Type="http://schemas.openxmlformats.org/officeDocument/2006/relationships/slideLayout" Target="/ppt/slideLayouts/slideLayout6.xml" Id="R03ba25d144f44d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0b021473494623"/>
    <p:sldLayoutId xmlns:r="http://schemas.openxmlformats.org/officeDocument/2006/relationships" id="2147483650" r:id="R0da26b6c22f7495f"/>
    <p:sldLayoutId xmlns:r="http://schemas.openxmlformats.org/officeDocument/2006/relationships" id="2147483651" r:id="R0b14293a37a543ae"/>
    <p:sldLayoutId xmlns:r="http://schemas.openxmlformats.org/officeDocument/2006/relationships" id="2147483652" r:id="R1b651c56ab26437f"/>
    <p:sldLayoutId xmlns:r="http://schemas.openxmlformats.org/officeDocument/2006/relationships" id="2147483653" r:id="R4542b605e8ed4b55"/>
    <p:sldLayoutId xmlns:r="http://schemas.openxmlformats.org/officeDocument/2006/relationships" id="2147483654" r:id="R03ba25d144f44d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da4438b5c9451c" /><Relationship Type="http://schemas.openxmlformats.org/officeDocument/2006/relationships/notesSlide" Target="/ppt/notesSlides/notesSlide1.xml" Id="R40eac9a6c7c543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142091f379425c" /><Relationship Type="http://schemas.openxmlformats.org/officeDocument/2006/relationships/notesSlide" Target="/ppt/notesSlides/notesSlide2.xml" Id="Rc1a94240bb1d4e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9A34DA-729D-41BB-88CD-EB400D4A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5298C-1ED0-4595-B485-B15DE30E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defPPr>
            <a:lvl1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1pPr>
            <a:lvl2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2pPr>
            <a:lvl3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3pPr>
            <a:lvl4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4pPr>
            <a:lvl5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5pPr>
            <a:lvl6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6pPr>
            <a:lvl7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7pPr>
            <a:lvl8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8pPr>
            <a:lvl9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rPr>
              <a:t>植物的光合作用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40571-1DB2-463C-B478-BECB8D0F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defPPr>
            <a:lvl1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1pPr>
            <a:lvl2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2pPr>
            <a:lvl3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3pPr>
            <a:lvl4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4pPr>
            <a:lvl5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5pPr>
            <a:lvl6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6pPr>
            <a:lvl7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7pPr>
            <a:lvl8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8pPr>
            <a:lvl9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pPr>
            <a:r>
              <a: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rPr>
              <a:t>光合作用需要什么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9D39B-A415-4B62-826C-F0557625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241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defPPr>
            <a:lvl1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1pPr>
            <a:lvl2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2pPr>
            <a:lvl3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3pPr>
            <a:lvl4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4pPr>
            <a:lvl5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5pPr>
            <a:lvl6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6pPr>
            <a:lvl7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7pPr>
            <a:lvl8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8pPr>
            <a:lvl9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3F756-06DC-4120-BF2A-E433FBB7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146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rPr>
              <a:t>绿色植物利用光能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5B2F1-601F-4231-A0B1-8E982EA5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766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defPPr>
            <a:lvl1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1pPr>
            <a:lvl2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2pPr>
            <a:lvl3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3pPr>
            <a:lvl4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4pPr>
            <a:lvl5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5pPr>
            <a:lvl6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6pPr>
            <a:lvl7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7pPr>
            <a:lvl8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8pPr>
            <a:lvl9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1C6906-0A26-4EBD-82C8-84B3C60F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671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rPr>
              <a:t>原料主要包括二氧化碳和水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65193-AFE7-4424-9E9F-84786926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291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defPPr>
            <a:lvl1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1pPr>
            <a:lvl2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2pPr>
            <a:lvl3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3pPr>
            <a:lvl4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4pPr>
            <a:lvl5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5pPr>
            <a:lvl6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6pPr>
            <a:lvl7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7pPr>
            <a:lvl8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8pPr>
            <a:lvl9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45751-0C3E-4077-AE02-C4AB5BE4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196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rPr>
              <a:t>过程主要发生在叶绿体中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DBA24-FA1D-434F-8CEC-42034A1A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defPPr>
            <a:lvl1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1pPr>
            <a:lvl2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2pPr>
            <a:lvl3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3pPr>
            <a:lvl4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4pPr>
            <a:lvl5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5pPr>
            <a:lvl6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6pPr>
            <a:lvl7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7pPr>
            <a:lvl8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8pPr>
            <a:lvl9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rPr>
              <a:t>课堂思考：光合作用的原料和产物是什么？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B843A-2CD3-4463-8FF8-946E341C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531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defPPr>
            <a:lvl1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1pPr>
            <a:lvl2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2pPr>
            <a:lvl3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3pPr>
            <a:lvl4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4pPr>
            <a:lvl5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5pPr>
            <a:lvl6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6pPr>
            <a:lvl7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7pPr>
            <a:lvl8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8pPr>
            <a:lvl9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rPr>
              <a:t>1 / 2</a:t>
            </a:r>
          </a:p>
        </p:txBody>
      </p:sp>
    </p:spTree>
    <p:extLst>
      <p:ext uri="{BB962C8B-B14F-4D97-AF65-F5344CB8AC3E}">
        <p14:creationId xmlns:p14="http://schemas.microsoft.com/office/powerpoint/2010/main" val="745185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1B327-3B07-4AAC-92F6-DBFACF2B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C1EF7-8621-4512-8B28-E72465BF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defPPr>
            <a:lvl1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1pPr>
            <a:lvl2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2pPr>
            <a:lvl3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3pPr>
            <a:lvl4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4pPr>
            <a:lvl5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5pPr>
            <a:lvl6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6pPr>
            <a:lvl7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7pPr>
            <a:lvl8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8pPr>
            <a:lvl9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rPr>
              <a:t>植物的光合作用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15885-13A8-4A84-A2F4-4DF842DF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defPPr>
            <a:lvl1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1pPr>
            <a:lvl2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2pPr>
            <a:lvl3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3pPr>
            <a:lvl4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4pPr>
            <a:lvl5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5pPr>
            <a:lvl6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6pPr>
            <a:lvl7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7pPr>
            <a:lvl8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8pPr>
            <a:lvl9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pPr>
            <a:r>
              <a: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rPr>
              <a:t>理解光合作用的作用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59A64-3B52-4692-A3F5-52C5E655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241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defPPr>
            <a:lvl1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1pPr>
            <a:lvl2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2pPr>
            <a:lvl3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3pPr>
            <a:lvl4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4pPr>
            <a:lvl5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5pPr>
            <a:lvl6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6pPr>
            <a:lvl7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7pPr>
            <a:lvl8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8pPr>
            <a:lvl9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D1285-E1CB-4700-85C4-58C40658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146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rPr>
              <a:t>生成有机物，储存化学能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F1153-D9AB-4EB7-AFC4-8AE7C92C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766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defPPr>
            <a:lvl1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1pPr>
            <a:lvl2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2pPr>
            <a:lvl3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3pPr>
            <a:lvl4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4pPr>
            <a:lvl5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5pPr>
            <a:lvl6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6pPr>
            <a:lvl7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7pPr>
            <a:lvl8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8pPr>
            <a:lvl9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3D884-306D-46FA-A67D-2BDFA275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671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rPr>
              <a:t>释放氧气，与生物生活相关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A529A-082C-4AF7-99C5-63A87185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291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defPPr>
            <a:lvl1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1pPr>
            <a:lvl2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2pPr>
            <a:lvl3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3pPr>
            <a:lvl4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4pPr>
            <a:lvl5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5pPr>
            <a:lvl6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6pPr>
            <a:lvl7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7pPr>
            <a:lvl8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8pPr>
            <a:lvl9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3CA36-09CF-465B-B1DC-2479787C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196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rPr>
              <a:t>区分光合作用与植物的呼吸作用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80086-C608-48C5-8657-5D2B1730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defPPr>
            <a:lvl1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1pPr>
            <a:lvl2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2pPr>
            <a:lvl3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3pPr>
            <a:lvl4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4pPr>
            <a:lvl5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5pPr>
            <a:lvl6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6pPr>
            <a:lvl7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7pPr>
            <a:lvl8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8pPr>
            <a:lvl9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rPr>
              <a:t>课堂思考：光合作用的原料和产物是什么？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DB2538-AC82-4744-B573-9CED6951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531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defPPr>
            <a:lvl1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1pPr>
            <a:lvl2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2pPr>
            <a:lvl3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3pPr>
            <a:lvl4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4pPr>
            <a:lvl5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5pPr>
            <a:lvl6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6pPr>
            <a:lvl7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7pPr>
            <a:lvl8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8pPr>
            <a:lvl9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rPr>
              <a:t>2 / 2</a:t>
            </a:r>
          </a:p>
        </p:txBody>
      </p:sp>
    </p:spTree>
    <p:extLst>
      <p:ext uri="{BB962C8B-B14F-4D97-AF65-F5344CB8AC3E}">
        <p14:creationId xmlns:p14="http://schemas.microsoft.com/office/powerpoint/2010/main" val="2994242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2026-10-25T14:45:29.7510000Z</dcterms:created>
  <dcterms:modified xsi:type="dcterms:W3CDTF">2026-10-25T14:45:29.7510000Z</dcterms:modified>
</coreProperties>
</file>