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f1762160d44e47" /><Relationship Type="http://schemas.openxmlformats.org/officeDocument/2006/relationships/extended-properties" Target="/docProps/app.xml" Id="R7fc820847a804f07" /><Relationship Type="http://schemas.openxmlformats.org/officeDocument/2006/relationships/officeDocument" Target="/ppt/presentation.xml" Id="R16ad7879d3bb42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0cef1cf5384a48"/>
  </p:sldMasterIdLst>
  <p:notesMasterIdLst>
    <p:notesMasterId xmlns:r="http://schemas.openxmlformats.org/officeDocument/2006/relationships" r:id="R7aeb46552bdd4ea2"/>
  </p:notesMasterIdLst>
  <p:sldIdLst>
    <p:sldId xmlns:r="http://schemas.openxmlformats.org/officeDocument/2006/relationships" id="256" r:id="Re2620ac01f4244a8"/>
    <p:sldId xmlns:r="http://schemas.openxmlformats.org/officeDocument/2006/relationships" id="257" r:id="Rfac04607e82447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d0d162e0e04e4c" /><Relationship Type="http://schemas.openxmlformats.org/officeDocument/2006/relationships/slideMaster" Target="/ppt/slideMasters/slideMaster1.xml" Id="R870cef1cf5384a48" /><Relationship Type="http://schemas.openxmlformats.org/officeDocument/2006/relationships/notesMaster" Target="/ppt/notesMasters/notesMaster1.xml" Id="R7aeb46552bdd4ea2" /><Relationship Type="http://schemas.openxmlformats.org/officeDocument/2006/relationships/presProps" Target="/ppt/presProps.xml" Id="R989b4d7f8abf49d8" /><Relationship Type="http://schemas.openxmlformats.org/officeDocument/2006/relationships/tableStyles" Target="/ppt/tableStyles.xml" Id="Rda4b3958f6304c78" /><Relationship Type="http://schemas.openxmlformats.org/officeDocument/2006/relationships/slide" Target="/ppt/slides/slide1.xml" Id="Re2620ac01f4244a8" /><Relationship Type="http://schemas.openxmlformats.org/officeDocument/2006/relationships/slide" Target="/ppt/slides/slide2.xml" Id="Rfac04607e82447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9ebee7e41645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93ccd300ed41fe" /><Relationship Type="http://schemas.openxmlformats.org/officeDocument/2006/relationships/notesMaster" Target="/ppt/notesMasters/notesMaster1.xml" Id="Rca3fd8dac9804b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93a6f49a454829" /><Relationship Type="http://schemas.openxmlformats.org/officeDocument/2006/relationships/notesMaster" Target="/ppt/notesMasters/notesMaster1.xml" Id="Rb7a0911b38c644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二进制的位值</a:t>
            </a:r>
          </a:p>
          <a:p xmlns:a="http://schemas.openxmlformats.org/drawingml/2006/main">
            <a:r>
              <a:t>计算机中常用二进制表示信息。二进制只有零和一两个数码。从右向左，各位的位值依次是一、二、四、八，后一个位值是前一个的两倍。例如二进制的一零一，表示一个四、零个二和一个一，相加得到十进制的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认识逻辑与运算</a:t>
            </a:r>
          </a:p>
          <a:p xmlns:a="http://schemas.openxmlformats.org/drawingml/2006/main">
            <a:r>
              <a:t>接下来认识逻辑与运算。对于零和一两个输入，只有两个输入都为一时，结果才为一。只要存在一个零，结果就是零。因此，一与一得到一，一与零得到零，零与零也得到零。请用自己的话说明，这条规则与两个条件需要同时满足有什么关系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92632d31841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0e24b62a746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73167948f4f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2734651b042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75ed785d545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085e0b34d47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3ECBE9-60B7-45BA-9ADD-512504504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4AFED7-7073-40F7-AB12-E653BD6CF8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31FC5D-A03E-4757-9361-15A87E1FE9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77FD9B-123F-4904-BF06-8C013B348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666684-3A75-4801-93D9-A9DE6EB2AE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E57AEA-0BFC-4073-8ADC-364369C4E4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0C6C2E-349E-49AF-8248-8A8394820B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014A1A-8D2E-4EA3-9FB4-29F6177190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09E0DA-292E-469D-9A5B-B4E42F5837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B09BF0-4783-40E4-9086-FF78D57E9C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b475b088574a0f" /><Relationship Type="http://schemas.openxmlformats.org/officeDocument/2006/relationships/slideLayout" Target="/ppt/slideLayouts/slideLayout1.xml" Id="Re41b61a5041b4047" /><Relationship Type="http://schemas.openxmlformats.org/officeDocument/2006/relationships/slideLayout" Target="/ppt/slideLayouts/slideLayout2.xml" Id="R96994291707648d9" /><Relationship Type="http://schemas.openxmlformats.org/officeDocument/2006/relationships/slideLayout" Target="/ppt/slideLayouts/slideLayout3.xml" Id="R87f2e1b9d0c94a9c" /><Relationship Type="http://schemas.openxmlformats.org/officeDocument/2006/relationships/slideLayout" Target="/ppt/slideLayouts/slideLayout4.xml" Id="R953a79e1fc89409a" /><Relationship Type="http://schemas.openxmlformats.org/officeDocument/2006/relationships/slideLayout" Target="/ppt/slideLayouts/slideLayout5.xml" Id="Ra02df9f3907e4e01" /><Relationship Type="http://schemas.openxmlformats.org/officeDocument/2006/relationships/slideLayout" Target="/ppt/slideLayouts/slideLayout6.xml" Id="R027080486b6842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1b61a5041b4047"/>
    <p:sldLayoutId xmlns:r="http://schemas.openxmlformats.org/officeDocument/2006/relationships" id="2147483650" r:id="R96994291707648d9"/>
    <p:sldLayoutId xmlns:r="http://schemas.openxmlformats.org/officeDocument/2006/relationships" id="2147483651" r:id="R87f2e1b9d0c94a9c"/>
    <p:sldLayoutId xmlns:r="http://schemas.openxmlformats.org/officeDocument/2006/relationships" id="2147483652" r:id="R953a79e1fc89409a"/>
    <p:sldLayoutId xmlns:r="http://schemas.openxmlformats.org/officeDocument/2006/relationships" id="2147483653" r:id="Ra02df9f3907e4e01"/>
    <p:sldLayoutId xmlns:r="http://schemas.openxmlformats.org/officeDocument/2006/relationships" id="2147483654" r:id="R027080486b6842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5d9b4c6ccb44d3" /><Relationship Type="http://schemas.openxmlformats.org/officeDocument/2006/relationships/notesSlide" Target="/ppt/notesSlides/notesSlide1.xml" Id="Rcaa67701069a4a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747f7ed5b461c" /><Relationship Type="http://schemas.openxmlformats.org/officeDocument/2006/relationships/notesSlide" Target="/ppt/notesSlides/notesSlide2.xml" Id="R6025357c7fd841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D154A-F45F-4916-AE0B-CB6741BE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9803F-5570-4F69-8299-5012F2FA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defPPr>
            <a:lvl1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1pPr>
            <a:lvl2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2pPr>
            <a:lvl3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3pPr>
            <a:lvl4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4pPr>
            <a:lvl5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5pPr>
            <a:lvl6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6pPr>
            <a:lvl7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7pPr>
            <a:lvl8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8pPr>
            <a:lvl9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rPr>
              <a:t>二进制与逻辑运算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0D9AE-73D5-49F7-934B-3EAF83E3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defPPr>
            <a:lvl1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1pPr>
            <a:lvl2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2pPr>
            <a:lvl3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3pPr>
            <a:lvl4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4pPr>
            <a:lvl5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5pPr>
            <a:lvl6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6pPr>
            <a:lvl7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7pPr>
            <a:lvl8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8pPr>
            <a:lvl9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pPr>
            <a:r>
              <a: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rPr>
              <a:t>二进制的位值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01CAC-65A7-424E-8FC2-967DA4E2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24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05951-2DB2-41B9-81B1-E145082E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二进制只使用零和一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55D12-5B7D-4634-8CA1-DC367DA5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09757-64C4-4598-8C51-F1E3E451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从右向左的位值是 一 二 四 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D797A-D5D8-46B2-B6D1-2F43CB96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952FE-0338-4FD4-96E9-1DD86CB8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例子：二进制 101 对应十进制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EC1EC-5602-489A-9F98-DCCF623D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课堂思考：两个条件同时满足意味着什么？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8ACC1-B556-4030-973E-AE6ED38C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53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851421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2578A-7F6F-46A7-AFFD-45AF4D3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33DAE-FC74-4F8F-B465-F80BE0A4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defPPr>
            <a:lvl1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1pPr>
            <a:lvl2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2pPr>
            <a:lvl3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3pPr>
            <a:lvl4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4pPr>
            <a:lvl5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5pPr>
            <a:lvl6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6pPr>
            <a:lvl7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7pPr>
            <a:lvl8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8pPr>
            <a:lvl9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rPr>
              <a:t>二进制与逻辑运算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B486C-3687-4266-981A-14E2757A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defPPr>
            <a:lvl1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1pPr>
            <a:lvl2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2pPr>
            <a:lvl3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3pPr>
            <a:lvl4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4pPr>
            <a:lvl5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5pPr>
            <a:lvl6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6pPr>
            <a:lvl7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7pPr>
            <a:lvl8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8pPr>
            <a:lvl9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pPr>
            <a:r>
              <a: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rPr>
              <a:t>认识逻辑与运算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3C19B-CF7E-4F3F-82A3-71CC5F6B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24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D4C13-892D-4C12-8FED-8C0128FF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两个输入都为一，结果才为一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CCB90-714D-46AA-A6E3-BBC24B5A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9A12C-FD7B-4B3D-8DEB-394CDF55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一个输入为零，结果即为零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A333A-2602-42F5-9371-6CB06B77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EB3B1-0532-42B8-9BE5-0DEB9868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练习：一与一 一与零 零与零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B5E1F-C8C3-4564-9757-6CF6CC80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课堂思考：两个条件同时满足意味着什么？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DC2AA-2DC2-4916-AF15-ECA60940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53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791505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2026-10-25T14:45:28.6830000Z</dcterms:created>
  <dcterms:modified xsi:type="dcterms:W3CDTF">2026-10-25T14:45:28.6830000Z</dcterms:modified>
</coreProperties>
</file>