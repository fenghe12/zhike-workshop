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a968ac0fb4f1a" /><Relationship Type="http://schemas.openxmlformats.org/officeDocument/2006/relationships/extended-properties" Target="/docProps/app.xml" Id="Rf710eb7ac7824f57" /><Relationship Type="http://schemas.openxmlformats.org/officeDocument/2006/relationships/officeDocument" Target="/ppt/presentation.xml" Id="R54e20460c7d846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fc4688999483a"/>
  </p:sldMasterIdLst>
  <p:notesMasterIdLst>
    <p:notesMasterId xmlns:r="http://schemas.openxmlformats.org/officeDocument/2006/relationships" r:id="Rde93778715584f77"/>
  </p:notesMasterIdLst>
  <p:sldIdLst>
    <p:sldId xmlns:r="http://schemas.openxmlformats.org/officeDocument/2006/relationships" id="256" r:id="R7404612a1ea8417a"/>
    <p:sldId xmlns:r="http://schemas.openxmlformats.org/officeDocument/2006/relationships" id="257" r:id="Rbfc534b62fce4d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c3196a6ba346a8" /><Relationship Type="http://schemas.openxmlformats.org/officeDocument/2006/relationships/slideMaster" Target="/ppt/slideMasters/slideMaster1.xml" Id="R18cfc4688999483a" /><Relationship Type="http://schemas.openxmlformats.org/officeDocument/2006/relationships/notesMaster" Target="/ppt/notesMasters/notesMaster1.xml" Id="Rde93778715584f77" /><Relationship Type="http://schemas.openxmlformats.org/officeDocument/2006/relationships/presProps" Target="/ppt/presProps.xml" Id="R48fd65c6a8224802" /><Relationship Type="http://schemas.openxmlformats.org/officeDocument/2006/relationships/tableStyles" Target="/ppt/tableStyles.xml" Id="Rd29140016a3843e7" /><Relationship Type="http://schemas.openxmlformats.org/officeDocument/2006/relationships/slide" Target="/ppt/slides/slide1.xml" Id="R7404612a1ea8417a" /><Relationship Type="http://schemas.openxmlformats.org/officeDocument/2006/relationships/slide" Target="/ppt/slides/slide2.xml" Id="Rbfc534b62fce4d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a1601c46614a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7c57b7543465b" /><Relationship Type="http://schemas.openxmlformats.org/officeDocument/2006/relationships/notesMaster" Target="/ppt/notesMasters/notesMaster1.xml" Id="R1ea8a2f967fb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8afbe57184801" /><Relationship Type="http://schemas.openxmlformats.org/officeDocument/2006/relationships/notesMaster" Target="/ppt/notesMasters/notesMaster1.xml" Id="R3f7551a48179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保护个人账号</a:t>
            </a:r>
          </a:p>
          <a:p xmlns:a="http://schemas.openxmlformats.org/drawingml/2006/main">
            <a:r>
              <a:t>这节课讨论个人账号安全。重要账号应使用不同的密码，并尽量采用较长、难以猜测的组合。支持双重验证的服务可以增加这一层保护。验证码和账号恢复码同样需要保管，不应提供给自称客服或熟人的其他人。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识别可疑中奖信息</a:t>
            </a:r>
          </a:p>
          <a:p xmlns:a="http://schemas.openxmlformats.org/drawingml/2006/main">
            <a:r>
              <a:t>假设你收到一条中奖消息，要求点击链接并输入密码和验证码。此时应先暂停操作，核对消息来源和网站域名。不要在陌生页面提交这些信息，可以通过官方网站或已知的客服电话独立确认。请判断，页面上出现熟悉的标志，是否足以说明网站可靠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3a250d2e147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e6985f6b746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0536080af46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596c279154e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af49843c449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5d2b7da7843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367CC-838C-4679-9C01-9CC318754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B62015-F632-4564-A075-4E32063440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DD7225-19A5-4954-9251-DC127BC58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01F178-F1EC-45A3-84A4-7C966D263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C806DC-4744-4005-B116-4340E40175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63CF80-2816-40C3-96E5-67F8B491E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C9D7AF-9212-4BB0-A1EE-CA8DA5EFF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091F72-76B6-47AB-9326-D653726DB2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025D2-4BFA-4D91-9501-626D6ACBE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246BA9-5B50-4829-83B8-01D2A052B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a9a38d3c37478a" /><Relationship Type="http://schemas.openxmlformats.org/officeDocument/2006/relationships/slideLayout" Target="/ppt/slideLayouts/slideLayout1.xml" Id="R554108225b8f497e" /><Relationship Type="http://schemas.openxmlformats.org/officeDocument/2006/relationships/slideLayout" Target="/ppt/slideLayouts/slideLayout2.xml" Id="R7d6fc9b1068f4fac" /><Relationship Type="http://schemas.openxmlformats.org/officeDocument/2006/relationships/slideLayout" Target="/ppt/slideLayouts/slideLayout3.xml" Id="Rf5acd7dda8bd4d8a" /><Relationship Type="http://schemas.openxmlformats.org/officeDocument/2006/relationships/slideLayout" Target="/ppt/slideLayouts/slideLayout4.xml" Id="R1ff762a9c4754b50" /><Relationship Type="http://schemas.openxmlformats.org/officeDocument/2006/relationships/slideLayout" Target="/ppt/slideLayouts/slideLayout5.xml" Id="R3964f07c58224fb9" /><Relationship Type="http://schemas.openxmlformats.org/officeDocument/2006/relationships/slideLayout" Target="/ppt/slideLayouts/slideLayout6.xml" Id="Rfc8a1e7b74314f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4108225b8f497e"/>
    <p:sldLayoutId xmlns:r="http://schemas.openxmlformats.org/officeDocument/2006/relationships" id="2147483650" r:id="R7d6fc9b1068f4fac"/>
    <p:sldLayoutId xmlns:r="http://schemas.openxmlformats.org/officeDocument/2006/relationships" id="2147483651" r:id="Rf5acd7dda8bd4d8a"/>
    <p:sldLayoutId xmlns:r="http://schemas.openxmlformats.org/officeDocument/2006/relationships" id="2147483652" r:id="R1ff762a9c4754b50"/>
    <p:sldLayoutId xmlns:r="http://schemas.openxmlformats.org/officeDocument/2006/relationships" id="2147483653" r:id="R3964f07c58224fb9"/>
    <p:sldLayoutId xmlns:r="http://schemas.openxmlformats.org/officeDocument/2006/relationships" id="2147483654" r:id="Rfc8a1e7b7431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3914b6d9244f8" /><Relationship Type="http://schemas.openxmlformats.org/officeDocument/2006/relationships/notesSlide" Target="/ppt/notesSlides/notesSlide1.xml" Id="Rdda74cc3aa74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b3515be0b47dc" /><Relationship Type="http://schemas.openxmlformats.org/officeDocument/2006/relationships/notesSlide" Target="/ppt/notesSlides/notesSlide2.xml" Id="Rcf47c5f283024f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9CBB1-FFD8-4EA8-B634-85B7400D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E71F2-5492-4B56-84EC-9A5E4AF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网络安全与防诈骗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9B5EB-A6BB-4C82-B9C5-A4DBD16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保护个人账号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392B1-92DC-4775-8F4A-D2707A58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3096-9EB8-45A6-8155-130AB41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不同重要账号使用不同密码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0D7A4-3BFC-48E8-AB62-63ECF4A4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BC29E-C00C-4B39-BADA-D1F2646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使用较长密码并启用双重验证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8F412-01D2-4D0B-A05C-C17B1DBE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709B0-5D24-4FEC-A9BA-8571AC9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验证码和恢复码不提供给他人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AB8A3-1922-4DFD-A218-52BE5FF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课堂思考：熟悉的标志能说明网站可靠吗？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D7710-3BA3-484D-A497-8C2662DE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765187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6D928-7A39-40C0-89CB-04AE70F7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B070B-CADD-4A53-A339-B49F2C96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网络安全与防诈骗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2B567-ED3E-4DCC-904C-39843065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识别可疑中奖信息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97882-642D-4324-9AB4-A6AF3C1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F8C26-93AC-496C-AB61-1BDD6AD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先核对发送方和网站域名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B9E72-F7CE-45A0-BB94-51D01BA6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4BA98-CD0C-4205-850F-5D829DD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不要通过陌生链接提交密码或验证码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12988-ADD6-4F42-B2C8-DDB3465C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7ACC4-0985-4A90-A0C8-D6D55AE4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通过官方网站确认消息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7393F-7DC5-472D-886B-DFA4298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课堂思考：熟悉的标志能说明网站可靠吗？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552F9-C558-4A72-838F-0C6DA31B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32526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2026-10-25T14:45:27.5670000Z</dcterms:created>
  <dcterms:modified xsi:type="dcterms:W3CDTF">2026-10-25T14:45:27.5670000Z</dcterms:modified>
</coreProperties>
</file>